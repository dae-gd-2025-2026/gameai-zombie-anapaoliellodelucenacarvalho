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2"/>
  </p:notesMasterIdLst>
  <p:sldIdLst>
    <p:sldId id="256" r:id="rId5"/>
    <p:sldId id="257" r:id="rId6"/>
    <p:sldId id="263" r:id="rId7"/>
    <p:sldId id="264" r:id="rId8"/>
    <p:sldId id="265" r:id="rId9"/>
    <p:sldId id="266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107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8A817-5CD2-44D0-A5CF-3D5A348D72FB}" type="datetimeFigureOut">
              <a:rPr lang="pt-PT" smtClean="0"/>
              <a:t>02/06/2026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581E5-CAD5-4A32-A222-7769E51DF70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062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 USE IMAGES/GIFS</a:t>
            </a:r>
            <a:endParaRPr lang="en-BE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581E5-CAD5-4A32-A222-7769E51DF70E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2371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581E5-CAD5-4A32-A222-7769E51DF70E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4791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 Use blended steering even if it works better without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581E5-CAD5-4A32-A222-7769E51DF70E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7807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 USE IMAGES/GIFS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581E5-CAD5-4A32-A222-7769E51DF70E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58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8970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629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9749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3081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765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9019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8594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6305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274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56344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914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‹nº›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7036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m 43">
            <a:extLst>
              <a:ext uri="{FF2B5EF4-FFF2-40B4-BE49-F238E27FC236}">
                <a16:creationId xmlns:a16="http://schemas.microsoft.com/office/drawing/2014/main" id="{56E4064B-4128-DD82-E4C5-7164EC379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F786E44-827E-E65C-118C-6F3C671EB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3A4DA-689A-C377-9489-080BE7FCD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67E1771B-5E63-D5C6-AA4B-F7D18AB23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5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4D57-4E2F-85A9-BB98-5966A827D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3A2010B-E65B-9B1D-6223-0CB14B18D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2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2E45-AD15-6420-AA5D-BE80D8BF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C4CBA9B-F8AA-5E53-D690-10C7CCF31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4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C6D1-8BAD-B258-9010-9AFF17C7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CE3DC69B-4BF5-FD82-ADB1-49040F9C6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8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Ignore this title add whatever I want here!</a:t>
            </a:r>
            <a:endParaRPr lang="en-B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 2013 - 2022">
  <a:themeElements>
    <a:clrScheme name="Tema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</TotalTime>
  <Words>119</Words>
  <Application>Microsoft Office PowerPoint</Application>
  <PresentationFormat>Ecrã Panorâmico</PresentationFormat>
  <Paragraphs>10</Paragraphs>
  <Slides>7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Tema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Ana Sky</cp:lastModifiedBy>
  <cp:revision>9</cp:revision>
  <dcterms:created xsi:type="dcterms:W3CDTF">2021-12-17T12:45:32Z</dcterms:created>
  <dcterms:modified xsi:type="dcterms:W3CDTF">2026-06-02T10:25:47Z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